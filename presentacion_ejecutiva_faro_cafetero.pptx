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Faro Cafetero 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1. Problema y usuario objetivo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El prototipo responde a una necesidad de monitoreo, trazabilidad y simulación técnica para el seguro indexado cafetero.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Dolor central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0175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Un seguro indexado requiere conectar señales climáticas, producción proxy y una lectura económica sin depender de cálculos manuales dispersos.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3063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CEBE5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Usuario objetivo: equipo técnico / stakeholder que necesita evaluar riesgo territorial y escenarios antes de avanzar a validación actuarial.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45920"/>
            <a:ext cx="2103120" cy="64008"/>
          </a:xfrm>
          <a:prstGeom prst="rect">
            <a:avLst/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81051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Necesidad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175564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Lectura territorial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Señal climática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Contexto económico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132320" y="16459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645920"/>
            <a:ext cx="2103120" cy="64008"/>
          </a:xfrm>
          <a:prstGeom prst="rect">
            <a:avLst/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181051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175564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Diagnóstico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Modelo trazable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Simulación usable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9555480" y="16459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55480" y="1645920"/>
            <a:ext cx="2103120" cy="64008"/>
          </a:xfrm>
          <a:prstGeom prst="rect">
            <a:avLst/>
          </a:prstGeom>
          <a:solidFill>
            <a:srgbClr val="8A6A4A"/>
          </a:solidFill>
          <a:ln w="12700">
            <a:solidFill>
              <a:srgbClr val="8A6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0072" y="181051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38360" y="2148840"/>
            <a:ext cx="175564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Soporte técnico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Cobertura proxy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Prima de referencia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830568" y="2258568"/>
            <a:ext cx="30175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53728" y="2258568"/>
            <a:ext cx="30175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709160" y="3401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Qué se busca resolver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730752"/>
            <a:ext cx="65836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Comparar territorios y periodos con señales climáticas y productivas.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Mostrar de forma transparente qué modelos sostienen el artefacto.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Simular escenarios y traducir el impacto en métricas económicas proxy.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09160" y="566928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5719572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Mensaje clave: diagnosticar → justificar → simular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0" y="65471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7B7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Proyecto aplicado en analítica de datos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Faro Cafetero 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2. Ruta analítica implementada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El diseño final organiza el prototipo en tres capas: contexto, método y simulación.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11680"/>
            <a:ext cx="292608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762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Diagnóstico territorial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57860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Producción proxy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Índice climático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Alertas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Contexto económico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2926080" cy="64008"/>
          </a:xfrm>
          <a:prstGeom prst="rect">
            <a:avLst/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1762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Trazabilidad metodológica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257860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Modelos probados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Métricas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Ventajas y límites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Selección final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503920" y="201168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011680"/>
            <a:ext cx="2926080" cy="64008"/>
          </a:xfrm>
          <a:prstGeom prst="rect">
            <a:avLst/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21762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Simulación técnica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257860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Escenario ajustado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Pérdida proxy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Valor expuesto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Prima indicativa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3749040" y="2999232"/>
            <a:ext cx="777240" cy="0"/>
          </a:xfrm>
          <a:prstGeom prst="line">
            <a:avLst/>
          </a:prstGeom>
          <a:noFill/>
          <a:ln w="25400">
            <a:solidFill>
              <a:srgbClr val="064E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2999232"/>
            <a:ext cx="777240" cy="0"/>
          </a:xfrm>
          <a:prstGeom prst="line">
            <a:avLst/>
          </a:prstGeom>
          <a:noFill/>
          <a:ln w="25400">
            <a:solidFill>
              <a:srgbClr val="064E3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68680" y="4709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Decisión metodológica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9921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No se eligió un único modelo para todo. Se usa una lógica por propósito: weekly para monitoreo fino, monthly para operación y annual como contraste conservador.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58064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85673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V7: capa weekly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63240" y="58064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585673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M6: base monthly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58064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585673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M5: sensibilidad climática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09560" y="580644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8A6A4A"/>
          </a:solidFill>
          <a:ln w="12700">
            <a:solidFill>
              <a:srgbClr val="8A6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82712" y="58567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A1: contraste annual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0" y="65471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7B7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Proyecto aplicado en analítica de datos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Faro Cafetero 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3. Esquema general de solución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El prototipo es reproducible: datos app-ready, modelos serializados, aplicación Dash y despliegue en Render.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39112"/>
            <a:ext cx="1335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weekly / monthly / annual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2039112"/>
            <a:ext cx="1335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ETL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scripts + cubos app-ready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039112"/>
            <a:ext cx="1335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Modelos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joblib + metadata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2039112"/>
            <a:ext cx="1335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App Dash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Plotly + páginas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8A6A4A"/>
          </a:solidFill>
          <a:ln w="12700">
            <a:solidFill>
              <a:srgbClr val="8A6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288" y="2039112"/>
            <a:ext cx="1335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Docker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contenedor reproducible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81360" y="182880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91088" y="2039112"/>
            <a:ext cx="9235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Render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URL pública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657600"/>
            <a:ext cx="32004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82219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Tecnologías implementadas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285292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Python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Dash + Plotly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scikit-learn + joblib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Docker + Render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4389120" y="3657600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657600"/>
            <a:ext cx="3200400" cy="64008"/>
          </a:xfrm>
          <a:prstGeom prst="rect">
            <a:avLst/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82219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Entregables técnicos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160520"/>
            <a:ext cx="285292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Repositorio versionado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README y scripts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Manual de usuario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Anexo técnico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3657600"/>
            <a:ext cx="3200400" cy="64008"/>
          </a:xfrm>
          <a:prstGeom prst="rect">
            <a:avLst/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382219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Garantías del prototipo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4160520"/>
            <a:ext cx="285292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Uso web sin código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Reproducibilidad básica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Despliegue funcional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Alcance documentado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2011680" y="5715000"/>
            <a:ext cx="8138160" cy="27432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84832" y="576529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La solución puede reconstruirse respetando rutas, artefactos y versiones de librerías.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144000" y="65471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7B7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Proyecto aplicado en analítica de datos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Faro Cafetero 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4. Prototipo implementado: navegación y evidencia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La app traduce la ruta analítica en una experiencia navegable para el usuario final.</a:t>
            </a:r>
            <a:endParaRPr lang="en-US" sz="1350" dirty="0"/>
          </a:p>
        </p:txBody>
      </p:sp>
      <p:pic>
        <p:nvPicPr>
          <p:cNvPr id="6" name="Image 0" descr="/mnt/data/d8f3513d-d4ff-4140-bbd0-64ff8939875b.png">    </p:cNvPr>
          <p:cNvPicPr>
            <a:picLocks noChangeAspect="1"/>
          </p:cNvPicPr>
          <p:nvPr/>
        </p:nvPicPr>
        <p:blipFill>
          <a:blip r:embed="rId1"/>
          <a:srcRect l="0" r="29304" t="0" b="40000"/>
          <a:stretch/>
        </p:blipFill>
        <p:spPr>
          <a:xfrm>
            <a:off x="548640" y="1554480"/>
            <a:ext cx="5349240" cy="2194560"/>
          </a:xfrm>
          <a:prstGeom prst="rect">
            <a:avLst/>
          </a:prstGeom>
        </p:spPr>
      </p:pic>
      <p:pic>
        <p:nvPicPr>
          <p:cNvPr id="7" name="Image 1" descr="/mnt/data/e56a6b25-0169-4ac7-a767-dab5e5f17b5c.png">    </p:cNvPr>
          <p:cNvPicPr>
            <a:picLocks noChangeAspect="1"/>
          </p:cNvPicPr>
          <p:nvPr/>
        </p:nvPicPr>
        <p:blipFill>
          <a:blip r:embed="rId2"/>
          <a:srcRect l="0" r="35189" t="5000" b="40000"/>
          <a:stretch/>
        </p:blipFill>
        <p:spPr>
          <a:xfrm>
            <a:off x="6263640" y="1554480"/>
            <a:ext cx="5349240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069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4069080"/>
            <a:ext cx="5349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423367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13232" y="4544568"/>
            <a:ext cx="50200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Permite filtrar por departamento y año, ver KPIs, producción proxy, señales climáticas y contexto económico.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6263640" y="4069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63640" y="4069080"/>
            <a:ext cx="5349240" cy="64008"/>
          </a:xfrm>
          <a:prstGeom prst="rect">
            <a:avLst/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28232" y="423367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28232" y="4544568"/>
            <a:ext cx="50200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Explica qué modelos fueron probados, cuál fue seleccionado para cada propósito y qué limitaciones permanecen visibles.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3840480" y="5715000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13632" y="5765292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Demo: contexto → método → simulación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144000" y="65471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7B7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Proyecto aplicado en analítica de datos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Faro Cafetero 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5. Simulación técnica y lectura financiera proxy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La tercera página transforma un escenario climático/económico en pérdida, valor expuesto, cobertura y prima indicativa.</a:t>
            </a:r>
            <a:endParaRPr lang="en-US" sz="1350" dirty="0"/>
          </a:p>
        </p:txBody>
      </p:sp>
      <p:pic>
        <p:nvPicPr>
          <p:cNvPr id="6" name="Image 0" descr="/mnt/data/62b0aac9-61da-406b-8c27-ea39c6af9822.png">    </p:cNvPr>
          <p:cNvPicPr>
            <a:picLocks noChangeAspect="1"/>
          </p:cNvPicPr>
          <p:nvPr/>
        </p:nvPicPr>
        <p:blipFill>
          <a:blip r:embed="rId1"/>
          <a:srcRect l="0" r="52918" t="36000" b="19000"/>
          <a:stretch/>
        </p:blipFill>
        <p:spPr>
          <a:xfrm>
            <a:off x="502920" y="1417320"/>
            <a:ext cx="5212080" cy="2377440"/>
          </a:xfrm>
          <a:prstGeom prst="rect">
            <a:avLst/>
          </a:prstGeom>
        </p:spPr>
      </p:pic>
      <p:pic>
        <p:nvPicPr>
          <p:cNvPr id="7" name="Image 1" descr="/mnt/data/0eb8cbe1-53aa-49ec-9a7c-5d50a689e694.png">    </p:cNvPr>
          <p:cNvPicPr>
            <a:picLocks noChangeAspect="1"/>
          </p:cNvPicPr>
          <p:nvPr/>
        </p:nvPicPr>
        <p:blipFill>
          <a:blip r:embed="rId2"/>
          <a:srcRect l="0" r="61159" t="55000" b="0"/>
          <a:stretch/>
        </p:blipFill>
        <p:spPr>
          <a:xfrm>
            <a:off x="6080760" y="1417320"/>
            <a:ext cx="5577840" cy="2377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160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4160520"/>
            <a:ext cx="338328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4672" y="432511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Lógica híbrida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4663440"/>
            <a:ext cx="303580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M6 aporta la base productiva.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M5 aporta sensibilidad climática.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Solo se traslada deterioro adverso.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4434840" y="4160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34840" y="4160520"/>
            <a:ext cx="3383280" cy="64008"/>
          </a:xfrm>
          <a:prstGeom prst="rect">
            <a:avLst/>
          </a:prstGeom>
          <a:solidFill>
            <a:srgbClr val="8A6A4A"/>
          </a:solidFill>
          <a:ln w="12700">
            <a:solidFill>
              <a:srgbClr val="8A6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99432" y="432511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Fórmulas visibles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17720" y="4663440"/>
            <a:ext cx="303580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Valor expuesto = pérdida × 8 cargas × precio.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Cobertura = valor expuesto × % cobertura.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Prima = cobertura × tasa prima.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8229600" y="416052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4160520"/>
            <a:ext cx="3154680" cy="64008"/>
          </a:xfrm>
          <a:prstGeom prst="rect">
            <a:avLst/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94192" y="432511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Alcance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412480" y="4663440"/>
            <a:ext cx="280720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No es prima actuarial definitiva.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Es referencia técnica para monitoreo.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Sirve para comparar escenarios.</a:t>
            </a:r>
            <a:endParaRPr lang="en-US" sz="1180" dirty="0"/>
          </a:p>
        </p:txBody>
      </p:sp>
      <p:sp>
        <p:nvSpPr>
          <p:cNvPr id="20" name="Text 16"/>
          <p:cNvSpPr/>
          <p:nvPr/>
        </p:nvSpPr>
        <p:spPr>
          <a:xfrm>
            <a:off x="9144000" y="65471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7B7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Proyecto aplicado en analítica de datos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Faro Cafetero 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6. Validación, valor y adopción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El prototipo cumple como solución funcional de monitoreo y simulación proxy; no debe venderse como producto actuarial final.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69164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requerimientos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cumplidos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13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2356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cumplen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parcialmente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21040" y="15087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37260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no evidenciados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aún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840480"/>
            <a:ext cx="32004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00507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Valor frente al status quo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343400"/>
            <a:ext cx="285292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Lectura integrada en web.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Simulación inmediata.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Trazabilidad metodológica.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Menor dependencia de análisis manual.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840480"/>
            <a:ext cx="3200400" cy="64008"/>
          </a:xfrm>
          <a:prstGeom prst="rect">
            <a:avLst/>
          </a:prstGeom>
          <a:solidFill>
            <a:srgbClr val="8A6A4A"/>
          </a:solidFill>
          <a:ln w="12700">
            <a:solidFill>
              <a:srgbClr val="8A6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400507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Limitaciones explícitas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4343400"/>
            <a:ext cx="285292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Producción proxy, no pérdida real.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Prima indicativa, no actuarial.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Sin validación comercial real.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Sin exportación directa PDF/CSV.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183880" y="3840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83880" y="3840480"/>
            <a:ext cx="3200400" cy="64008"/>
          </a:xfrm>
          <a:prstGeom prst="rect">
            <a:avLst/>
          </a:prstGeom>
          <a:solidFill>
            <a:srgbClr val="2B6777"/>
          </a:solidFill>
          <a:ln w="12700">
            <a:solidFill>
              <a:srgbClr val="2B6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400507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2C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Condiciones de adopción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343400"/>
            <a:ext cx="285292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Validar con pérdidas reales.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Backtesting contra seguro tradicional.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Pruebas con usuarios externos.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1F2A24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Ampliar municipio/zona y exportables.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1325880" y="5760720"/>
            <a:ext cx="9509760" cy="27432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9032" y="5811012"/>
            <a:ext cx="9363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Cierre: prototipo funcional, desplegado y documentado; base para validación actuarial futura.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0" y="65471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7B7B"/>
                </a:solidFill>
                <a:latin typeface="Abadi" pitchFamily="34" charset="0"/>
                <a:ea typeface="Abadi" pitchFamily="34" charset="-122"/>
                <a:cs typeface="Abadi" pitchFamily="34" charset="-120"/>
              </a:rPr>
              <a:t>Proyecto aplicado en analítica de datos ·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bad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bad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Proyecto aplicado en analítica de datos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 Cafetero - presentación ejecutiva</dc:title>
  <dc:subject>Faro Cafetero - presentación ejecutiva</dc:subject>
  <dc:creator>OpenAI</dc:creator>
  <cp:lastModifiedBy>OpenAI</cp:lastModifiedBy>
  <cp:revision>1</cp:revision>
  <dcterms:created xsi:type="dcterms:W3CDTF">2026-05-18T03:17:32Z</dcterms:created>
  <dcterms:modified xsi:type="dcterms:W3CDTF">2026-05-18T03:17:32Z</dcterms:modified>
</cp:coreProperties>
</file>